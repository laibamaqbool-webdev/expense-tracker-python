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63" r:id="rId14"/>
    <p:sldId id="264" r:id="rId15"/>
    <p:sldId id="272" r:id="rId16"/>
    <p:sldId id="271" r:id="rId17"/>
    <p:sldId id="273" r:id="rId18"/>
    <p:sldId id="274" r:id="rId19"/>
    <p:sldId id="26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78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97BC62">
              <a:alpha val="70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2011680" cy="20116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834640"/>
            <a:ext cx="1280160" cy="1280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" y="4114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20040" y="8229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</a:t>
            </a:r>
            <a:endParaRPr lang="en-US" sz="5200" dirty="0"/>
          </a:p>
        </p:txBody>
      </p:sp>
      <p:sp>
        <p:nvSpPr>
          <p:cNvPr id="9" name="Text 5"/>
          <p:cNvSpPr/>
          <p:nvPr/>
        </p:nvSpPr>
        <p:spPr>
          <a:xfrm>
            <a:off x="320040" y="27432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·  Industrial Training Kit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20040" y="3200400"/>
            <a:ext cx="4114800" cy="274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2026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0" y="44074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 ·  Data Accumulation  ·  Batch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Project?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2C5F2D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Expense Tracker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Python script that lets users continuously enter expense amounts. The program accumulates each entry and displays a running total — demonstrating real-time data processing with mathematical precision.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880360"/>
            <a:ext cx="1463040" cy="1234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0" y="868680"/>
            <a:ext cx="3108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868680"/>
            <a:ext cx="3108960" cy="2560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8686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60720" y="114300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operations &amp; Accumulator pattern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total + new_expense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1892808"/>
            <a:ext cx="3108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1892808"/>
            <a:ext cx="3108960" cy="2560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18928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60720" y="216712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backend data processing and financial logic in real systems.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2916936"/>
            <a:ext cx="3108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2916936"/>
            <a:ext cx="3108960" cy="2560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29169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60720" y="319125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2 to unlock next-week projects. Quality-verified required.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·  Project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IPO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 → Output  ·  The blueprint of every computing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2C5F2D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697480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344168"/>
            <a:ext cx="2478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07899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16642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types expense amount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input() captures raw string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359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Type conversion: int(input())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7066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Validates numeric entry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768" y="3136392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0D1F0E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20040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int(input(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'Enter amount: 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0" y="105156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1E4020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1051560"/>
            <a:ext cx="2697480" cy="502920"/>
          </a:xfrm>
          <a:prstGeom prst="rect">
            <a:avLst/>
          </a:prstGeom>
          <a:solidFill>
            <a:srgbClr val="E07B39">
              <a:alpha val="85000"/>
            </a:srgbClr>
          </a:solidFill>
          <a:ln w="12700">
            <a:solidFill>
              <a:srgbClr val="E07B39">
                <a:alpha val="8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10128" y="1069848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310128" y="1344168"/>
            <a:ext cx="2478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078992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37560" y="16642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Accumulator receives value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33756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total += new_expense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37560" y="2359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State preserved in memory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337560" y="27066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Loop continues running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310128" y="3136392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0D1F0E"/>
          </a:solidFill>
          <a:ln/>
        </p:spPr>
      </p:sp>
      <p:sp>
        <p:nvSpPr>
          <p:cNvPr id="26" name="Text 22"/>
          <p:cNvSpPr/>
          <p:nvPr/>
        </p:nvSpPr>
        <p:spPr>
          <a:xfrm>
            <a:off x="3383280" y="320040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+=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expense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080760" y="105156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152E16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080760" y="1051560"/>
            <a:ext cx="2697480" cy="502920"/>
          </a:xfrm>
          <a:prstGeom prst="rect">
            <a:avLst/>
          </a:prstGeom>
          <a:solidFill>
            <a:srgbClr val="E07B39">
              <a:alpha val="70000"/>
            </a:srgbClr>
          </a:solidFill>
          <a:ln w="12700">
            <a:solidFill>
              <a:srgbClr val="E07B39">
                <a:alpha val="7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190488" y="1069848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190488" y="1344168"/>
            <a:ext cx="2478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</a:t>
            </a:r>
            <a:endParaRPr lang="en-US" sz="9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078992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217920" y="16642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Format result clearly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21792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f-string for currency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217920" y="2359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print(f'Total: {total:.2f}')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217920" y="27066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Decoupled from logic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190488" y="3136392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0D1F0E"/>
          </a:solidFill>
          <a:ln/>
        </p:spPr>
      </p:sp>
      <p:sp>
        <p:nvSpPr>
          <p:cNvPr id="37" name="Text 32"/>
          <p:cNvSpPr/>
          <p:nvPr/>
        </p:nvSpPr>
        <p:spPr>
          <a:xfrm>
            <a:off x="6263640" y="320040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f'Total Spent:\n  Rs.{total:.2f}'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The Gatekeeper  —  Type Conversion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always returns a string. You must convert it to int() before doing math — or your program will concatenate instead of add.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206240" cy="3520440"/>
          </a:xfrm>
          <a:prstGeom prst="roundRect">
            <a:avLst>
              <a:gd name="adj" fmla="val 3117"/>
            </a:avLst>
          </a:prstGeom>
          <a:solidFill>
            <a:srgbClr val="3D1010"/>
          </a:solidFill>
          <a:ln w="19050">
            <a:solidFill>
              <a:srgbClr val="C0392B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89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WITHOUT Conversion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input()   # '100'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input()   # '50'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 + 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Result: '10050'  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C0392B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58444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concatenation — catastrophic in financial logic!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280160"/>
            <a:ext cx="4206240" cy="3520440"/>
          </a:xfrm>
          <a:prstGeom prst="roundRect">
            <a:avLst>
              <a:gd name="adj" fmla="val 3117"/>
            </a:avLst>
          </a:prstGeom>
          <a:solidFill>
            <a:srgbClr val="0D2A10"/>
          </a:solidFill>
          <a:ln w="19050">
            <a:solidFill>
              <a:srgbClr val="97BC62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389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WITH int() Conversion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810512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int(input())   # 100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int(input())   # 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 + 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Result: 150  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352044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97BC62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358444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arithmetic — the foundation of every numeric program.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·  Project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Accumulator 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State(new) = State(old) + Input  ·  The heartbeat of data-driven programs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3474720"/>
            <a:ext cx="1280160" cy="15087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3474720"/>
            <a:ext cx="1280160" cy="2926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4930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84048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64208" y="406908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83080" y="3017520"/>
            <a:ext cx="1280160" cy="1508760"/>
          </a:xfrm>
          <a:prstGeom prst="roundRect">
            <a:avLst>
              <a:gd name="adj" fmla="val 7143"/>
            </a:avLst>
          </a:prstGeom>
          <a:solidFill>
            <a:srgbClr val="2C5F2D">
              <a:alpha val="92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3017520"/>
            <a:ext cx="1280160" cy="292608"/>
          </a:xfrm>
          <a:prstGeom prst="rect">
            <a:avLst/>
          </a:prstGeom>
          <a:solidFill>
            <a:srgbClr val="E07B39">
              <a:alpha val="90000"/>
            </a:srgbClr>
          </a:solidFill>
          <a:ln w="12700">
            <a:solidFill>
              <a:srgbClr val="E07B39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035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338328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100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81528" y="361188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0" y="2560320"/>
            <a:ext cx="1280160" cy="1508760"/>
          </a:xfrm>
          <a:prstGeom prst="roundRect">
            <a:avLst>
              <a:gd name="adj" fmla="val 7143"/>
            </a:avLst>
          </a:prstGeom>
          <a:solidFill>
            <a:srgbClr val="2C5F2D">
              <a:alpha val="84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560320"/>
            <a:ext cx="1280160" cy="292608"/>
          </a:xfrm>
          <a:prstGeom prst="rect">
            <a:avLst/>
          </a:prstGeom>
          <a:solidFill>
            <a:srgbClr val="E07B39">
              <a:alpha val="80000"/>
            </a:srgbClr>
          </a:solidFill>
          <a:ln w="12700">
            <a:solidFill>
              <a:srgbClr val="E07B39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5786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+₹50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292608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150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98848" y="315468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2103120"/>
            <a:ext cx="1280160" cy="1508760"/>
          </a:xfrm>
          <a:prstGeom prst="roundRect">
            <a:avLst>
              <a:gd name="adj" fmla="val 7143"/>
            </a:avLst>
          </a:prstGeom>
          <a:solidFill>
            <a:srgbClr val="2C5F2D">
              <a:alpha val="76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103120"/>
            <a:ext cx="1280160" cy="292608"/>
          </a:xfrm>
          <a:prstGeom prst="rect">
            <a:avLst/>
          </a:prstGeom>
          <a:solidFill>
            <a:srgbClr val="E07B39">
              <a:alpha val="70000"/>
            </a:srgbClr>
          </a:solidFill>
          <a:ln w="12700">
            <a:solidFill>
              <a:srgbClr val="E07B39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1214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+₹75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46888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225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16168" y="269748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35040" y="1645920"/>
            <a:ext cx="1280160" cy="1508760"/>
          </a:xfrm>
          <a:prstGeom prst="roundRect">
            <a:avLst>
              <a:gd name="adj" fmla="val 7143"/>
            </a:avLst>
          </a:prstGeom>
          <a:solidFill>
            <a:srgbClr val="2C5F2D">
              <a:alpha val="68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645920"/>
            <a:ext cx="1280160" cy="292608"/>
          </a:xfrm>
          <a:prstGeom prst="rect">
            <a:avLst/>
          </a:prstGeom>
          <a:solidFill>
            <a:srgbClr val="E07B39">
              <a:alpha val="60000"/>
            </a:srgbClr>
          </a:solidFill>
          <a:ln w="12700">
            <a:solidFill>
              <a:srgbClr val="E07B39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664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+₹200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201168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425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0D1F0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59943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+= new_expense    ←→    total = total + new_expense    ←→    State(n) = State(n-1) + Input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State: Where to Initialize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0D2A10"/>
          </a:solidFill>
          <a:ln w="19050">
            <a:solidFill>
              <a:srgbClr val="97BC62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32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OUTSIDE the Loop (Memory)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       # initialized once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expense = int(input())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expense      # grows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print(total)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456432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97BC62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54787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correctly across all entries.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37760" y="82296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3D1010"/>
          </a:solidFill>
          <a:ln w="19050">
            <a:solidFill>
              <a:srgbClr val="C0392B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932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INSIDE the Loop (Amnesia)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3716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0       # RESET every time!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expense = int(input())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expense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print(total)   # always = last entry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3456432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C0392B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354787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previous entries — logic destroyed.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·  Project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Coding &amp; the Kill Switch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your inputs. Control your loop. Exit gracefully.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0D1F0E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/ except — The Poka-Yoke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expense = int(input(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'Enter amount: 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expense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print('⚠ Enter numbers only.')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continue   # skip bad input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858768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2C5F2D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9136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invalid text (e.g. 'ten') before it crashes the program. Always wrap user input in try/except.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1A0E06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Value — The Kill Switch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60020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6367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Path: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9110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number  →  add to total  →  loop again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3D1A06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4140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Path: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8833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'done'  →  break loop  →  print final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27355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input('Amount or done: 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data.lower() == 'done':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+= int(data)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4526280"/>
            <a:ext cx="3749040" cy="292608"/>
          </a:xfrm>
          <a:prstGeom prst="roundRect">
            <a:avLst>
              <a:gd name="adj" fmla="val 21875"/>
            </a:avLst>
          </a:prstGeom>
          <a:solidFill>
            <a:srgbClr val="E07B39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45445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= a special value that signals 'stop processing'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77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826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88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681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0536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31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Standard — 4-Point Audit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10515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069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527048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5+ consecutive expense entries without crashing, resetting, or losing previous values.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8686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051560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051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0515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59552" y="1069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Management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92040" y="1527048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`total` is initialized ONCE outside the while loop — not reset on every iteration.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3108960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31089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70432" y="3127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Input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2920" y="3584448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ValueError catches non-numeric input gracefully — never crashes on bad data.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754880" y="29260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92040" y="3108960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92040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310896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59552" y="3127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Exit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892040" y="3584448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(sentinel value 'done') breaks the loop cleanly and prints the verified final total.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·  Project 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54864"/>
            <a:ext cx="3474720" cy="508863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1554480"/>
            <a:ext cx="3474720" cy="2103120"/>
          </a:xfrm>
          <a:prstGeom prst="rect">
            <a:avLst/>
          </a:prstGeom>
          <a:solidFill>
            <a:srgbClr val="97BC62">
              <a:alpha val="4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8308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0048" y="1371600"/>
            <a:ext cx="422219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TRUTH.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4" y="0"/>
            <a:ext cx="90949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62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55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97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69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49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731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DecodeLabs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011680" y="13258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 ·  Python Programming  ·  Batch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47382"/>
            <a:ext cx="8412480" cy="36576"/>
          </a:xfrm>
          <a:prstGeom prst="rect">
            <a:avLst/>
          </a:prstGeom>
          <a:solidFill>
            <a:srgbClr val="97BC62">
              <a:alpha val="60000"/>
            </a:srgbClr>
          </a:solidFill>
          <a:ln w="12700">
            <a:solidFill>
              <a:srgbClr val="97BC62">
                <a:alpha val="6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18977" y="222885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A3A1B">
              <a:alpha val="70000"/>
            </a:srgbClr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418977" y="232029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556137" y="27203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decodelabs.tech@gmail.com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595249" y="222885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A3A1B">
              <a:alpha val="70000"/>
            </a:srgbClr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95249" y="232029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68401" y="27432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www.decodelabs.tech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71521" y="222885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A3A1B">
              <a:alpha val="70000"/>
            </a:srgbClr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771521" y="232029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840101" y="27432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Lucknow, India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journey to professional development begins with the very first line you write today.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Complete  ·  Expense Tracker  ·  DecodeLabs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776</Words>
  <Application>Microsoft Office PowerPoint</Application>
  <PresentationFormat>On-screen Show (16:9)</PresentationFormat>
  <Paragraphs>157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DecodeLabs Project 2 – Expense Tracker</dc:title>
  <dc:subject>PptxGenJS Presentation</dc:subject>
  <dc:creator>PptxGenJS</dc:creator>
  <cp:lastModifiedBy>Windows User</cp:lastModifiedBy>
  <cp:revision>14</cp:revision>
  <dcterms:created xsi:type="dcterms:W3CDTF">2026-06-25T09:06:39Z</dcterms:created>
  <dcterms:modified xsi:type="dcterms:W3CDTF">2026-07-01T06:04:19Z</dcterms:modified>
</cp:coreProperties>
</file>